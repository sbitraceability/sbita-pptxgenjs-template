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729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もうパワポ作成で</a:t>
            </a:r>
            <a:endParaRPr lang="en-US" sz="4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0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消耗するのはやめよう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84048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BC2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PptxGenJS テンプレート で スライド作成を自動化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こんな経験ありませんか？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097280"/>
            <a:ext cx="944849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毎回パワポのデザインがバラバラになる...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フォントやカラーを揃えるのが面倒...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同じようなスライドを何度も作っている...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急ぎの資料作成で深夜残業...</a:t>
            </a:r>
            <a:endParaRPr lang="en-US" sz="2200" dirty="0"/>
          </a:p>
          <a:p>
            <a:pPr marL="342900" indent="-342900">
              <a:lnSpc>
                <a:spcPts val="4000"/>
              </a:lnSpc>
              <a:buSzPct val="100000"/>
              <a:buChar char="●"/>
            </a:pPr>
            <a:r>
              <a:rPr lang="en-US" sz="2200" b="1" dirty="0">
                <a:solidFill>
                  <a:srgbClr val="EA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「もっとシンプルに作れないの？」と思う毎日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BC26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そこで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27729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PptxGenJS テンプレート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AIに話しかけるだけでスライドが完成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使い方はカンタン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371600" y="1097280"/>
            <a:ext cx="9448495" cy="1645920"/>
          </a:xfrm>
          <a:prstGeom prst="rect">
            <a:avLst/>
          </a:prstGeom>
          <a:solidFill>
            <a:srgbClr val="F0F0F0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54480" y="11887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Claude Code に話しかける: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0" y="1645920"/>
            <a:ext cx="90827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「クラウド移行の提案書を5枚で作成して」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BC269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これだけ。マジで。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あとは AI がスクリプトを書いて実行、PPTXファイルが完成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何が変わる？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5227168" cy="4114800"/>
          </a:xfrm>
          <a:prstGeom prst="rect">
            <a:avLst/>
          </a:prstGeom>
          <a:solidFill>
            <a:srgbClr val="F5F5F5"/>
          </a:solidFill>
          <a:ln w="25400">
            <a:solidFill>
              <a:srgbClr val="EA45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従来のパワポ作成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PowerPointを開く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テンプレ探す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コピペ繰り返し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デザイン調整...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「フォント違う！」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「色が微妙...」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修正地獄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所要時間: 2〜3時間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914400"/>
            <a:ext cx="5227168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3008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0AD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5888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これからのパワポ作成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Claude Code起動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「〇〇のスライド作って」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待つ（数秒）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完成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所要時間: 1分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ここがスゴイ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ブランド統一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カラー・フォントが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自動で統一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誰が作っても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同じクオリティ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99178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82058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爆速生成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話しかけるだけで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数秒で完成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深夜残業とは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おさらば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66837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49717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レイアウト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よく使うパターンを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網羅済み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組み合わせ自由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どれくらい楽になる？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1/60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作成時間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99178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16種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399178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レイアウト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66837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6837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0円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066837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追加コスト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16種類のレイアウトを用意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タイトル / セクション区切り / クロージング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箇条書き / 2カラム / 3カラム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KPIカード / タイムライン / Before-After比較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アジェンダ / テーブル / 引用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画像中央 / テキスト+図 / アイコングリッド / 強調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セットアップも超カンタン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72602" y="2560320"/>
            <a:ext cx="8046491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6842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6" name="Text 4"/>
          <p:cNvSpPr/>
          <p:nvPr/>
        </p:nvSpPr>
        <p:spPr>
          <a:xfrm>
            <a:off x="1706842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Clone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リポジトリをクローン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006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0" name="Text 8"/>
          <p:cNvSpPr/>
          <p:nvPr/>
        </p:nvSpPr>
        <p:spPr>
          <a:xfrm>
            <a:off x="4389006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05124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Install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05124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npm install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71169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4" name="Text 12"/>
          <p:cNvSpPr/>
          <p:nvPr/>
        </p:nvSpPr>
        <p:spPr>
          <a:xfrm>
            <a:off x="7071169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87288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Generate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87288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npm run generate-template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753333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8" name="Text 16"/>
          <p:cNvSpPr/>
          <p:nvPr/>
        </p:nvSpPr>
        <p:spPr>
          <a:xfrm>
            <a:off x="9753333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869451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Done!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451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すぐ使える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自分でスクリプトも書ける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822960"/>
            <a:ext cx="10728655" cy="4389120"/>
          </a:xfrm>
          <a:prstGeom prst="rect">
            <a:avLst/>
          </a:prstGeom>
          <a:solidFill>
            <a:srgbClr val="2D2D2D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05840"/>
            <a:ext cx="10362895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pptxgen = require('pptxgenjs');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{ addTitleSlide, addContentSlide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= require('./template/generate-template');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pres = new pptxgen();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pres.layout = 'LAYOUT_WIDE';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addTitleSlide(pres, 'タイトル', 'サブタイトル');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addContentSlide(pres, '見出し', ['ポイント1', 'ポイント2']);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0E0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pres.writeFile({ fileName: 'output.pptx' });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カスタマイズも自由自在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theme.js を編集するだけ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カラーパレットを自社ブランドに変更可能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フォントも自由に設定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フッターの著作権表示もカンタン変更</a:t>
            </a:r>
            <a:endParaRPr lang="en-US" sz="1600" dirty="0"/>
          </a:p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変更後は npm run generate-template で反映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2286000"/>
            <a:ext cx="981425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パワポ作成が苦痛だった過去の自分に教えてあげたい。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i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このテンプレートがあれば、もっと早く帰れたのに。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724248" y="4389120"/>
            <a:ext cx="2743200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57200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— とある開発者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371600" y="1097280"/>
            <a:ext cx="9448495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Claude Code に話しかけるだけでスライド完成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ブランドデザインが自動で統一される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16種類のレイアウトですぐ使える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セットアップは npm install だけ</a:t>
            </a:r>
            <a:endParaRPr lang="en-US" sz="2200" dirty="0"/>
          </a:p>
          <a:p>
            <a:pPr marL="342900" indent="-342900">
              <a:lnSpc>
                <a:spcPts val="3600"/>
              </a:lnSpc>
              <a:buSzPct val="100000"/>
              <a:buChar char="✓"/>
            </a:pPr>
            <a:r>
              <a:rPr lang="en-US" sz="22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カスタマイズも theme.js を編集するだけ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54545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112772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今すぐ試してみよう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127729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BC26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git clone → npm install → 完了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4114800"/>
            <a:ext cx="112772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あなたのパワポ作成ライフが変わります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Let's Automate!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質問があればお気軽にどうぞ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テンプレート紹介</dc:title>
  <dc:subject>PptxGenJS Presentation</dc:subject>
  <dc:creator>SBI Traceability</dc:creator>
  <cp:lastModifiedBy>SBI Traceability</cp:lastModifiedBy>
  <cp:revision>1</cp:revision>
  <dcterms:created xsi:type="dcterms:W3CDTF">2026-03-28T10:09:06Z</dcterms:created>
  <dcterms:modified xsi:type="dcterms:W3CDTF">2026-03-28T10:09:06Z</dcterms:modified>
</cp:coreProperties>
</file>