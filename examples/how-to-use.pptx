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2871216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スライド自動生成システム - </a:t>
            </a:r>
            <a:pPr indent="0" marL="0">
              <a:buNone/>
            </a:pPr>
            <a:r>
              <a:rPr lang="en-US" sz="1400" b="1" dirty="0">
                <a:solidFill>
                  <a:srgbClr val="EA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SBI Traceability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21792" y="3182112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AIを活用した  </a:t>
            </a:r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PptxGenJS テンプレート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09728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このシステムについて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セットアップ方法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56032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スライドの作成方法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37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29184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利用可能なレイアウト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02336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Overview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このシステムについて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PptxGenJS テンプレートとは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Node.js + PptxGenJS を使用したスライド自動生成システム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SBI Traceability のブランドデザインに準拠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AIエージェント（Claude Code等）と組み合わせて使用可能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16種類のプリセットレイアウトを用意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カスタマイズ可能なテーマ設定（カラー・フォント）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導入のメリット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効率化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スライド作成時間を大幅に短縮。定型フォーマットの再利用が可能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99178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82058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統一感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ブランドガイドラインに沿った一貫性のあるデザイン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66837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49717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自動化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AIと連携してプロンプトからスライドを自動生成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Setup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セットアップ方法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セットアップ手順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72602" y="2560320"/>
            <a:ext cx="8046491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6842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6" name="Text 4"/>
          <p:cNvSpPr/>
          <p:nvPr/>
        </p:nvSpPr>
        <p:spPr>
          <a:xfrm>
            <a:off x="1706842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Step 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リポジトリをクローン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006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0" name="Text 8"/>
          <p:cNvSpPr/>
          <p:nvPr/>
        </p:nvSpPr>
        <p:spPr>
          <a:xfrm>
            <a:off x="4389006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05124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Step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05124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71169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071169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87288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Step 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7288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テーマをカスタマイズ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753333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8" name="Text 16"/>
          <p:cNvSpPr/>
          <p:nvPr/>
        </p:nvSpPr>
        <p:spPr>
          <a:xfrm>
            <a:off x="9753333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869451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Step 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451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スライド生成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基本コマンド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install - 依存パッケージをインストール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run generate-template - サンプルテンプレートを生成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node examples/how-to-use.js - このスライドを生成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Usage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スライドの作成方法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基本的な使い方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1. pptxgenjs と テンプレート関数をインポート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2. new pptxgen() でプレゼンテーションを作成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3. addXXXSlide() 関数でスライドを追加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4. writeFile() でPPTXファイルを出力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Layouts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利用可能なレイアウト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6種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基本レイアウト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99178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5種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399178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データ表示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6837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6837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5種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066837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特殊用途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基本レイアウト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addTitleSlide - タイトル（表紙）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addSectionSlide - セクション区切り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addContentSlide - 標準コンテンツ（箇条書き）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addTwoColumnSlide - 2カラム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addThreeColumnSlide - 3カラム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addClosingSlide - クロージング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データ表示レイアウト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addKPISlide - KPIカード（数値表示）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addTimelineSlide - タイムライン/プロセスフロー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addComparisonSlide - Before/After 比較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addTableSlide - テーブル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addAgendaSlide - アジェンダ（目次）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特殊用途レイアウト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addQuoteSlide - 引用・メッセージ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addImageCenterSlide - 画像中央配置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addTextImageSlide - テキスト + 図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addIconGridSlide - アイコングリッド（機能一覧）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addHighlightSlide - 強調セクション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Summary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テーマ設定は theme.js で一元管理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スライド関数を組み合わせて自由にプレゼンを構成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AIエージェントと連携して自動生成も可能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カスタマイズは theme.js のカラー・フォントを変更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ご清聴ありがとうございました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ご質問があればお気軽にどうぞ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テンプレート 使い方ガイド</dc:title>
  <dc:subject>PptxGenJS Presentation</dc:subject>
  <dc:creator>SBI Traceability</dc:creator>
  <cp:lastModifiedBy>SBI Traceability</cp:lastModifiedBy>
  <cp:revision>1</cp:revision>
  <dcterms:created xsi:type="dcterms:W3CDTF">2026-03-28T10:09:06Z</dcterms:created>
  <dcterms:modified xsi:type="dcterms:W3CDTF">2026-03-28T10:09:06Z</dcterms:modified>
</cp:coreProperties>
</file>