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454545"/>
                </a:solidFill>
                <a:uFill>
                  <a:solidFill>
                    <a:srgbClr val="CBC269"/>
                  </a:solidFill>
                </a:u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PptxGenJS テンプレート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65760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AIを活用したスライド自動生成システム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0292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SBI Traceability  |  2024年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Agenda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097280"/>
            <a:ext cx="457200" cy="45720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100885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このシステムについて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100885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セットアップ方法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457200" cy="45720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06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560320"/>
            <a:ext cx="100885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スライドの作成方法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37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291840"/>
            <a:ext cx="100885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利用可能なレイアウト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7F7F7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69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023360"/>
            <a:ext cx="100885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まとめ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Overview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このシステムについて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備考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PptxGenJS テンプレートとは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1072865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Node.js + PptxGenJS を使用したスライド自動生成システム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SBI Traceability のブランドデザインに準拠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AIエージェント（Claude Code等）と組み合わせて使用可能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16種類のプリセットレイアウトを用意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カスタマイズ可能なテーマ設定（カラー・フォント）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導入のメリット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914400"/>
            <a:ext cx="3393338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97280"/>
            <a:ext cx="3027578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効率化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スライド作成時間を大幅に短縮。定型フォーマットの再利用が可能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99178" y="914400"/>
            <a:ext cx="3393338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82058" y="1097280"/>
            <a:ext cx="3027578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統一感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ブランドガイドラインに沿った一貫性のあるデザイン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66837" y="914400"/>
            <a:ext cx="3393338" cy="41148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49717" y="1097280"/>
            <a:ext cx="3027578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自動化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AIと連携してプロンプトからスライドを自動生成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Setup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セットアップ方法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備考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セットアップ手順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72602" y="2560320"/>
            <a:ext cx="8046491" cy="0"/>
          </a:xfrm>
          <a:prstGeom prst="line">
            <a:avLst/>
          </a:prstGeom>
          <a:noFill/>
          <a:ln w="25400">
            <a:solidFill>
              <a:srgbClr val="CBC2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6842" y="2194560"/>
            <a:ext cx="731520" cy="731520"/>
          </a:xfrm>
          <a:prstGeom prst="ellipse">
            <a:avLst/>
          </a:prstGeom>
          <a:solidFill>
            <a:srgbClr val="CBC269"/>
          </a:solidFill>
          <a:ln/>
        </p:spPr>
      </p:sp>
      <p:sp>
        <p:nvSpPr>
          <p:cNvPr id="6" name="Text 4"/>
          <p:cNvSpPr/>
          <p:nvPr/>
        </p:nvSpPr>
        <p:spPr>
          <a:xfrm>
            <a:off x="1706842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Step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2499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リポジトリをクローン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006" y="2194560"/>
            <a:ext cx="731520" cy="731520"/>
          </a:xfrm>
          <a:prstGeom prst="ellipse">
            <a:avLst/>
          </a:prstGeom>
          <a:solidFill>
            <a:srgbClr val="CBC269"/>
          </a:solidFill>
          <a:ln/>
        </p:spPr>
      </p:sp>
      <p:sp>
        <p:nvSpPr>
          <p:cNvPr id="10" name="Text 8"/>
          <p:cNvSpPr/>
          <p:nvPr/>
        </p:nvSpPr>
        <p:spPr>
          <a:xfrm>
            <a:off x="4389006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05124" y="310896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Step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05124" y="3566160"/>
            <a:ext cx="2499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npm install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71169" y="2194560"/>
            <a:ext cx="731520" cy="731520"/>
          </a:xfrm>
          <a:prstGeom prst="ellipse">
            <a:avLst/>
          </a:prstGeom>
          <a:solidFill>
            <a:srgbClr val="CBC269"/>
          </a:solidFill>
          <a:ln/>
        </p:spPr>
      </p:sp>
      <p:sp>
        <p:nvSpPr>
          <p:cNvPr id="14" name="Text 12"/>
          <p:cNvSpPr/>
          <p:nvPr/>
        </p:nvSpPr>
        <p:spPr>
          <a:xfrm>
            <a:off x="7071169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87288" y="310896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Step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87288" y="3566160"/>
            <a:ext cx="2499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テーマをカスタマイズ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753333" y="2194560"/>
            <a:ext cx="731520" cy="731520"/>
          </a:xfrm>
          <a:prstGeom prst="ellipse">
            <a:avLst/>
          </a:prstGeom>
          <a:solidFill>
            <a:srgbClr val="CBC269"/>
          </a:solidFill>
          <a:ln/>
        </p:spPr>
      </p:sp>
      <p:sp>
        <p:nvSpPr>
          <p:cNvPr id="18" name="Text 16"/>
          <p:cNvSpPr/>
          <p:nvPr/>
        </p:nvSpPr>
        <p:spPr>
          <a:xfrm>
            <a:off x="9753333" y="22860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869451" y="3108960"/>
            <a:ext cx="2499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Step 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69451" y="3566160"/>
            <a:ext cx="24992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スライド生成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基本コマンド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1072865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npm install - 依存パッケージをインストール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npm run generate-template - サンプルテンプレートを生成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node examples/how-to-use.js - このスライドを生成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Usage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スライドの作成方法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備考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基本的な使い方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1072865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1. pptxgenjs と テンプレート関数をインポート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2. new pptxgen() でプレゼンテーションを作成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3. addXXXSlide() 関数でスライドを追加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4. writeFile() でPPTXファイルを出力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Layouts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利用可能なレイアウト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備考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16種類のレイアウト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3393338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BC269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33933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545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6種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基本レイアウト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99178" y="1371600"/>
            <a:ext cx="3393338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BC269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99178" y="1828800"/>
            <a:ext cx="33933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545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5種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399178" y="301752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データ表示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66837" y="1371600"/>
            <a:ext cx="3393338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CBC269"/>
            </a:solidFill>
            <a:prstDash val="solid"/>
          </a:ln>
          <a:effectLst>
            <a:outerShdw sx="100000" sy="100000" kx="0" ky="0" algn="bl" rotWithShape="0" blurRad="762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66837" y="1828800"/>
            <a:ext cx="339333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5454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5種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066837" y="3017520"/>
            <a:ext cx="33933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特殊用途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基本レイアウト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1072865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addTitleSlide - タイトル（表紙）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addSectionSlide - セクション区切り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addContentSlide - 標準コンテンツ（箇条書き）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addTwoColumnSlide - 2カラム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addThreeColumnSlide - 3カラム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addClosingSlide - クロージング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データ表示レイアウト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1072865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addKPISlide - KPIカード（数値表示）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addTimelineSlide - タイムライン/プロセスフロー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addComparisonSlide - Before/After 比較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addTableSlide - テーブル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addAgendaSlide - アジェンダ（目次）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特殊用途レイアウト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1072865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addQuoteSlide - 引用・メッセージ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addImageCenterSlide - 画像中央配置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addTextImageSlide - テキスト + 図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addIconGridSlide - アイコングリッド（機能一覧）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addHighlightSlide - 強調セクション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Summary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まとめ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7F7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備考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ポイント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849728" y="475488"/>
            <a:ext cx="6492240" cy="0"/>
          </a:xfrm>
          <a:prstGeom prst="line">
            <a:avLst/>
          </a:prstGeom>
          <a:noFill/>
          <a:ln w="15875">
            <a:solidFill>
              <a:srgbClr val="CBC2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1072865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テーマ設定は theme.js で一元管理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スライド関数を組み合わせて自由にプレゼンを構成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AIエージェントと連携して自動生成も可能</a:t>
            </a:r>
            <a:endParaRPr lang="en-US" sz="1600" dirty="0"/>
          </a:p>
          <a:p>
            <a:pPr>
              <a:lnSpc>
                <a:spcPts val="2400"/>
              </a:lnSpc>
            </a:pPr>
            <a:r>
              <a:rPr lang="en-US" sz="1600" b="1" dirty="0">
                <a:solidFill>
                  <a:srgbClr val="454545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カスタマイズは theme.js のカラー・フォントを変更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54545"/>
                </a:solidFill>
                <a:uFill>
                  <a:solidFill>
                    <a:srgbClr val="CBC269"/>
                  </a:solidFill>
                </a:u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ご清聴ありがとうございました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411480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3535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ご質問があればお気軽にどうぞ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" y="65379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D6A5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Strictly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89120" y="65379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3535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 SBI Traceability co., Ltd. All Rights Reserved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テンプレート 使い方ガイド</dc:title>
  <dc:subject>PptxGenJS Presentation</dc:subject>
  <dc:creator>SBI Traceability</dc:creator>
  <cp:lastModifiedBy>SBI Traceability</cp:lastModifiedBy>
  <cp:revision>1</cp:revision>
  <dcterms:created xsi:type="dcterms:W3CDTF">2026-03-28T10:03:25Z</dcterms:created>
  <dcterms:modified xsi:type="dcterms:W3CDTF">2026-03-28T10:03:25Z</dcterms:modified>
</cp:coreProperties>
</file>